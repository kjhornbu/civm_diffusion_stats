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8" d="100"/>
          <a:sy n="98" d="100"/>
        </p:scale>
        <p:origin x="6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A"/>
          <p:cNvSpPr>
            <a:spLocks noGrp="1"/>
          </p:cNvSpPr>
          <p:nvPr>
            <p:ph sz="half" idx="13"/>
          </p:nvPr>
        </p:nvSpPr>
        <p:spPr>
          <a:xfrm>
            <a:off x="453190" y="2446564"/>
            <a:ext cx="2743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B"/>
          <p:cNvSpPr>
            <a:spLocks noGrp="1"/>
          </p:cNvSpPr>
          <p:nvPr>
            <p:ph sz="half" idx="14"/>
          </p:nvPr>
        </p:nvSpPr>
        <p:spPr>
          <a:xfrm>
            <a:off x="3281413" y="2446564"/>
            <a:ext cx="2743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C"/>
          <p:cNvSpPr>
            <a:spLocks noGrp="1"/>
          </p:cNvSpPr>
          <p:nvPr>
            <p:ph sz="half" idx="15"/>
          </p:nvPr>
        </p:nvSpPr>
        <p:spPr>
          <a:xfrm>
            <a:off x="6109636" y="2446564"/>
            <a:ext cx="2743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D"/>
          <p:cNvSpPr>
            <a:spLocks noGrp="1"/>
          </p:cNvSpPr>
          <p:nvPr>
            <p:ph sz="half" idx="16"/>
          </p:nvPr>
        </p:nvSpPr>
        <p:spPr>
          <a:xfrm>
            <a:off x="8937859" y="2446564"/>
            <a:ext cx="2743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313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ar_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able"/>
          <p:cNvSpPr>
            <a:spLocks noGrp="1"/>
          </p:cNvSpPr>
          <p:nvPr>
            <p:ph type="tbl" sz="quarter" idx="13"/>
          </p:nvPr>
        </p:nvSpPr>
        <p:spPr>
          <a:xfrm>
            <a:off x="838200" y="1929606"/>
            <a:ext cx="6059557" cy="1498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"/>
          <p:cNvSpPr>
            <a:spLocks noGrp="1"/>
          </p:cNvSpPr>
          <p:nvPr>
            <p:ph type="pic" sz="quarter" idx="14"/>
          </p:nvPr>
        </p:nvSpPr>
        <p:spPr>
          <a:xfrm>
            <a:off x="7165975" y="1929606"/>
            <a:ext cx="4187825" cy="41878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ontent"/>
          <p:cNvSpPr>
            <a:spLocks noGrp="1"/>
          </p:cNvSpPr>
          <p:nvPr>
            <p:ph sz="quarter" idx="15"/>
          </p:nvPr>
        </p:nvSpPr>
        <p:spPr>
          <a:xfrm>
            <a:off x="838200" y="3611217"/>
            <a:ext cx="6059557" cy="2506213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6778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3" r:id="rId5"/>
    <p:sldLayoutId id="2147483653" r:id="rId6"/>
    <p:sldLayoutId id="2147483654" r:id="rId7"/>
    <p:sldLayoutId id="2147483655" r:id="rId8"/>
    <p:sldLayoutId id="2147483662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2024-11-01T19:45:07Z</dcterms:modified>
</cp:coreProperties>
</file>